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3" r:id="rId3"/>
    <p:sldId id="272" r:id="rId4"/>
    <p:sldId id="271" r:id="rId5"/>
    <p:sldId id="270" r:id="rId6"/>
    <p:sldId id="279" r:id="rId7"/>
    <p:sldId id="278" r:id="rId8"/>
    <p:sldId id="277" r:id="rId9"/>
    <p:sldId id="276" r:id="rId10"/>
    <p:sldId id="275" r:id="rId11"/>
    <p:sldId id="269" r:id="rId12"/>
    <p:sldId id="268" r:id="rId13"/>
    <p:sldId id="267" r:id="rId14"/>
    <p:sldId id="266" r:id="rId15"/>
    <p:sldId id="265" r:id="rId16"/>
    <p:sldId id="264" r:id="rId17"/>
    <p:sldId id="263" r:id="rId18"/>
    <p:sldId id="262" r:id="rId19"/>
    <p:sldId id="261" r:id="rId20"/>
    <p:sldId id="260" r:id="rId21"/>
    <p:sldId id="259" r:id="rId22"/>
    <p:sldId id="258" r:id="rId23"/>
    <p:sldId id="257" r:id="rId24"/>
    <p:sldId id="280" r:id="rId25"/>
    <p:sldId id="281" r:id="rId26"/>
    <p:sldId id="282" r:id="rId27"/>
    <p:sldId id="283" r:id="rId28"/>
    <p:sldId id="286" r:id="rId29"/>
    <p:sldId id="284" r:id="rId30"/>
    <p:sldId id="285" r:id="rId31"/>
    <p:sldId id="287" r:id="rId32"/>
    <p:sldId id="288" r:id="rId33"/>
  </p:sldIdLst>
  <p:sldSz cx="12192000" cy="6858000"/>
  <p:notesSz cx="6858000" cy="9144000"/>
  <p:photoAlbum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E80D2-E631-A9FA-47A6-A140B85DB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AF510-E243-159B-374D-A94880F70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D20AE-DF47-8E07-FABD-486A106CE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AD92-A162-4538-9F7A-9B1F7014467F}" type="datetimeFigureOut">
              <a:rPr lang="en-IL" smtClean="0"/>
              <a:t>04/01/2026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12397-6271-700E-82F4-83DD448A6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3A9E0-56AE-2624-F193-054EC5820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681B-80DB-4D5D-BBD2-A2A7B62D23C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4018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F1A86-3E11-282F-961D-4952A20D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9BC23-E273-901F-24F2-769E71AD5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59E84-B25E-B8B4-7A22-2E16237CD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AD92-A162-4538-9F7A-9B1F7014467F}" type="datetimeFigureOut">
              <a:rPr lang="en-IL" smtClean="0"/>
              <a:t>04/01/2026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B68D3-48EE-3C60-BF4F-390FDA191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C3333-CD33-E21C-25E4-E691034FA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681B-80DB-4D5D-BBD2-A2A7B62D23C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32007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A2527-D166-98A8-116C-E162D188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CAEC0-FDA4-EFE0-6C69-5CB16A6D3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21D58-C96F-AF35-1954-F0DE900D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AD92-A162-4538-9F7A-9B1F7014467F}" type="datetimeFigureOut">
              <a:rPr lang="en-IL" smtClean="0"/>
              <a:t>04/01/2026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A1675-1AF5-16C8-FAB8-904ABF96D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7DBAB-923E-6119-7338-C7BF57A7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681B-80DB-4D5D-BBD2-A2A7B62D23C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586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A8F0-8B2F-7A0A-2E44-2E21876BC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818E3-8A0B-6CE8-C58F-51DB39580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EB899-5B12-F0AA-771C-1EE60CC6A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0323B-4855-D2A1-A805-FA19288EF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AD92-A162-4538-9F7A-9B1F7014467F}" type="datetimeFigureOut">
              <a:rPr lang="en-IL" smtClean="0"/>
              <a:t>04/01/2026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A463A-6F51-063F-74CE-DEF117B7F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15155-7ED1-2539-7447-729E838F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681B-80DB-4D5D-BBD2-A2A7B62D23C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2767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468B8-F37B-88B4-7976-7CFE84CC3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DC343-6C18-6853-3858-3B11C02AB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1020A-BC85-3F22-8EFD-0F5AF2C4E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007F2C-CE84-9E59-C64F-A450AD7C0F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D224E-65B5-BA98-4B50-5F3BD51F6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55B5F-77D0-DE8C-F56B-89ABB991F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AD92-A162-4538-9F7A-9B1F7014467F}" type="datetimeFigureOut">
              <a:rPr lang="en-IL" smtClean="0"/>
              <a:t>04/01/2026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F3FC9-2E9D-73B0-86BA-B002F312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9325AE-7F52-67E7-53FC-E080DC596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681B-80DB-4D5D-BBD2-A2A7B62D23C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563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96F5A-543B-6087-687F-BD91F7860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4A8DE-3EF9-3217-D76D-293373F99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AD92-A162-4538-9F7A-9B1F7014467F}" type="datetimeFigureOut">
              <a:rPr lang="en-IL" smtClean="0"/>
              <a:t>04/01/2026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B95EB-BB3E-9B07-C20C-26A2431E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B629A-680D-96D0-D1C6-1B0F75F6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681B-80DB-4D5D-BBD2-A2A7B62D23C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2161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3E3B42-3654-88D2-A08A-3856B3843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AD92-A162-4538-9F7A-9B1F7014467F}" type="datetimeFigureOut">
              <a:rPr lang="en-IL" smtClean="0"/>
              <a:t>04/01/2026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E9975D-BFFF-C79B-22B9-38832A5F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D479A-A872-5F2A-8A66-6E31CF1F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681B-80DB-4D5D-BBD2-A2A7B62D23C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56383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FA01E-B412-E4EB-506A-2579C98B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69CB2-26A4-BFE6-04A1-A14F9C45A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56465-F7EE-2573-4612-FA7A59BE9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73D32-1329-0877-9259-4117A5372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AD92-A162-4538-9F7A-9B1F7014467F}" type="datetimeFigureOut">
              <a:rPr lang="en-IL" smtClean="0"/>
              <a:t>04/01/2026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7854A-A382-48AC-6F60-90440F1B0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03FEB-0765-3C79-8927-B65F340C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681B-80DB-4D5D-BBD2-A2A7B62D23C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87101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2E494-E8C7-8291-81CD-BC58C0FFB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2580B-AC88-8639-5D76-894357563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DCD49-8D93-0F5C-D294-8EA9025CC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C94D4-826A-1BB2-40D8-4CE854798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AD92-A162-4538-9F7A-9B1F7014467F}" type="datetimeFigureOut">
              <a:rPr lang="en-IL" smtClean="0"/>
              <a:t>04/01/2026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D8F8C-459E-E32E-1034-301A8FDE3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79743-3683-25F3-8854-26E24B9A7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681B-80DB-4D5D-BBD2-A2A7B62D23C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52124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D019F-0411-EA60-4DE8-55C788AF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66DF9-A54B-94E1-8E6D-48ADD4B30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2276F-8EE6-DFAA-39CA-3D13E16F3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AD92-A162-4538-9F7A-9B1F7014467F}" type="datetimeFigureOut">
              <a:rPr lang="en-IL" smtClean="0"/>
              <a:t>04/01/2026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148FB-8E4D-4E8D-5FA7-AD164451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ECEB2-E080-6DB3-664F-812C925E1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681B-80DB-4D5D-BBD2-A2A7B62D23C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8729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38F42-2C02-B5FD-F29B-FA03C4FC5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D54C4-999C-B1F8-9CB7-7E66E98A3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98132-48E3-8188-267F-72B0AF041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AAD92-A162-4538-9F7A-9B1F7014467F}" type="datetimeFigureOut">
              <a:rPr lang="en-IL" smtClean="0"/>
              <a:t>04/01/2026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7711B-5CF1-A16A-7E92-EDA6C6A17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D7134-A289-51B3-729F-7D222F933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681B-80DB-4D5D-BBD2-A2A7B62D23C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795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8BF73-3929-C08E-DF88-C679BBC96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3C121-8D16-FC36-1D9C-828D4FD88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CACA7-0DAA-D314-941F-8B1C06F98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AAD92-A162-4538-9F7A-9B1F7014467F}" type="datetimeFigureOut">
              <a:rPr lang="en-IL" smtClean="0"/>
              <a:t>04/01/2026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8610B-FC6E-1CBE-02BB-D1ACE1A40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21B3D-A806-DC2B-B4EC-A047A7096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D4681B-80DB-4D5D-BBD2-A2A7B62D23C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19148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4527">
            <a:extLst>
              <a:ext uri="{FF2B5EF4-FFF2-40B4-BE49-F238E27FC236}">
                <a16:creationId xmlns:a16="http://schemas.microsoft.com/office/drawing/2014/main" id="{DCE7D9A3-2326-B34C-05D9-529DA1BF563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150" y="0"/>
            <a:ext cx="9283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1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4543">
            <a:extLst>
              <a:ext uri="{FF2B5EF4-FFF2-40B4-BE49-F238E27FC236}">
                <a16:creationId xmlns:a16="http://schemas.microsoft.com/office/drawing/2014/main" id="{1A0D99B5-E913-7C33-624C-B28349CBD27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6350"/>
            <a:ext cx="121920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77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4637">
            <a:extLst>
              <a:ext uri="{FF2B5EF4-FFF2-40B4-BE49-F238E27FC236}">
                <a16:creationId xmlns:a16="http://schemas.microsoft.com/office/drawing/2014/main" id="{C3FD9783-3C12-AAFE-4E82-F4079392AB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850" y="0"/>
            <a:ext cx="7988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7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4718">
            <a:extLst>
              <a:ext uri="{FF2B5EF4-FFF2-40B4-BE49-F238E27FC236}">
                <a16:creationId xmlns:a16="http://schemas.microsoft.com/office/drawing/2014/main" id="{4FBC500A-F77D-1EA8-BCAA-238C9DDF29B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288" y="0"/>
            <a:ext cx="8353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47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4750">
            <a:extLst>
              <a:ext uri="{FF2B5EF4-FFF2-40B4-BE49-F238E27FC236}">
                <a16:creationId xmlns:a16="http://schemas.microsoft.com/office/drawing/2014/main" id="{AF8E30E4-3B7B-EC45-7E8D-6DB2F69E3D5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800" y="0"/>
            <a:ext cx="7264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43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4235">
            <a:extLst>
              <a:ext uri="{FF2B5EF4-FFF2-40B4-BE49-F238E27FC236}">
                <a16:creationId xmlns:a16="http://schemas.microsoft.com/office/drawing/2014/main" id="{B359DF68-BD9C-B7B7-C90C-2A3E1A5485E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38" y="0"/>
            <a:ext cx="10804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364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4336">
            <a:extLst>
              <a:ext uri="{FF2B5EF4-FFF2-40B4-BE49-F238E27FC236}">
                <a16:creationId xmlns:a16="http://schemas.microsoft.com/office/drawing/2014/main" id="{42DC580E-C29A-A563-CA46-17788D502CE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63" y="0"/>
            <a:ext cx="10709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94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4355">
            <a:extLst>
              <a:ext uri="{FF2B5EF4-FFF2-40B4-BE49-F238E27FC236}">
                <a16:creationId xmlns:a16="http://schemas.microsoft.com/office/drawing/2014/main" id="{C8E8ADF9-8E69-39B6-587F-D24B05EE69A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675" y="0"/>
            <a:ext cx="9518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64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4417">
            <a:extLst>
              <a:ext uri="{FF2B5EF4-FFF2-40B4-BE49-F238E27FC236}">
                <a16:creationId xmlns:a16="http://schemas.microsoft.com/office/drawing/2014/main" id="{BCD397D5-EE2C-B248-AEBB-7A7D1B6EF92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13" y="0"/>
            <a:ext cx="11482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3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4431">
            <a:extLst>
              <a:ext uri="{FF2B5EF4-FFF2-40B4-BE49-F238E27FC236}">
                <a16:creationId xmlns:a16="http://schemas.microsoft.com/office/drawing/2014/main" id="{27827793-0842-DE09-7B13-10913C32B44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0263"/>
            <a:ext cx="1219200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23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5233">
            <a:extLst>
              <a:ext uri="{FF2B5EF4-FFF2-40B4-BE49-F238E27FC236}">
                <a16:creationId xmlns:a16="http://schemas.microsoft.com/office/drawing/2014/main" id="{B19239A5-0512-CB4F-7DAE-0CA320D1314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6338"/>
            <a:ext cx="1219200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68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5308">
            <a:extLst>
              <a:ext uri="{FF2B5EF4-FFF2-40B4-BE49-F238E27FC236}">
                <a16:creationId xmlns:a16="http://schemas.microsoft.com/office/drawing/2014/main" id="{72A696F0-D6D9-C2C4-9FCF-E7F1D6FFF78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25" y="0"/>
            <a:ext cx="7854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47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5346">
            <a:extLst>
              <a:ext uri="{FF2B5EF4-FFF2-40B4-BE49-F238E27FC236}">
                <a16:creationId xmlns:a16="http://schemas.microsoft.com/office/drawing/2014/main" id="{1D340027-8657-5D81-0177-92B347C1498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3913"/>
            <a:ext cx="12192000" cy="520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879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5417">
            <a:extLst>
              <a:ext uri="{FF2B5EF4-FFF2-40B4-BE49-F238E27FC236}">
                <a16:creationId xmlns:a16="http://schemas.microsoft.com/office/drawing/2014/main" id="{B37D8A05-F370-0AB1-BC6D-56822B78E29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650"/>
            <a:ext cx="121920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71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5430">
            <a:extLst>
              <a:ext uri="{FF2B5EF4-FFF2-40B4-BE49-F238E27FC236}">
                <a16:creationId xmlns:a16="http://schemas.microsoft.com/office/drawing/2014/main" id="{F90A2C06-BE7D-3BD1-1216-CD10788972B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75" y="0"/>
            <a:ext cx="837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04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5549">
            <a:extLst>
              <a:ext uri="{FF2B5EF4-FFF2-40B4-BE49-F238E27FC236}">
                <a16:creationId xmlns:a16="http://schemas.microsoft.com/office/drawing/2014/main" id="{E789B6B6-1286-CD43-E948-63BE92DB2E7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0"/>
            <a:ext cx="716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07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5610">
            <a:extLst>
              <a:ext uri="{FF2B5EF4-FFF2-40B4-BE49-F238E27FC236}">
                <a16:creationId xmlns:a16="http://schemas.microsoft.com/office/drawing/2014/main" id="{8B9A7F80-D933-EB36-1EC0-EC0E42DD9F1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2038"/>
            <a:ext cx="121920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87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5835">
            <a:extLst>
              <a:ext uri="{FF2B5EF4-FFF2-40B4-BE49-F238E27FC236}">
                <a16:creationId xmlns:a16="http://schemas.microsoft.com/office/drawing/2014/main" id="{9947BAD1-FF50-E0CB-C188-CD7B47ECEB6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25" y="0"/>
            <a:ext cx="11893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56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5907">
            <a:extLst>
              <a:ext uri="{FF2B5EF4-FFF2-40B4-BE49-F238E27FC236}">
                <a16:creationId xmlns:a16="http://schemas.microsoft.com/office/drawing/2014/main" id="{1442AA2E-922B-D96D-A718-1359D0B2AE5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763" y="0"/>
            <a:ext cx="58308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73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25936">
            <a:extLst>
              <a:ext uri="{FF2B5EF4-FFF2-40B4-BE49-F238E27FC236}">
                <a16:creationId xmlns:a16="http://schemas.microsoft.com/office/drawing/2014/main" id="{95ACE5B6-DE93-FECA-23A5-2E8F376DA9A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25" y="0"/>
            <a:ext cx="6356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48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30007">
            <a:extLst>
              <a:ext uri="{FF2B5EF4-FFF2-40B4-BE49-F238E27FC236}">
                <a16:creationId xmlns:a16="http://schemas.microsoft.com/office/drawing/2014/main" id="{1CE14331-D818-EDD3-75A3-D4795FB0A9E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150" y="0"/>
            <a:ext cx="69961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306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30055">
            <a:extLst>
              <a:ext uri="{FF2B5EF4-FFF2-40B4-BE49-F238E27FC236}">
                <a16:creationId xmlns:a16="http://schemas.microsoft.com/office/drawing/2014/main" id="{FC3F6E10-299B-4515-47EB-1F8B8E36D7A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913"/>
            <a:ext cx="12192000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926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04 130109">
            <a:extLst>
              <a:ext uri="{FF2B5EF4-FFF2-40B4-BE49-F238E27FC236}">
                <a16:creationId xmlns:a16="http://schemas.microsoft.com/office/drawing/2014/main" id="{BB1CEA6A-2D57-6484-71A4-A87FAA8CFF0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425" y="0"/>
            <a:ext cx="74215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57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81E24E-E14A-CB8D-5512-534D6AB19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1835"/>
            <a:ext cx="12192000" cy="579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86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A53B7-0D4A-0515-7F7F-B16A72DC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D48D42-ACFB-CD1F-E60B-FCC95DD1F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26" y="0"/>
            <a:ext cx="11203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04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E111-DFDC-C80B-A6C1-6481A5F4F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2CC2A2-9E99-E307-44AB-C61284279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88" y="0"/>
            <a:ext cx="113224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96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B31D4-DCFB-51BA-9EBE-EC27F53D8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30EAB3-46A3-0C9B-F9DF-A1FE975E1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961"/>
            <a:ext cx="12192000" cy="651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16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E65B5-31BA-B672-E308-B9F1B6DE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6B6236-33B9-19CC-4966-8C891B178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512"/>
            <a:ext cx="12192000" cy="649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993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02838-B5A0-D0D5-5E5D-207F6E200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986269-F1FA-CE05-5A73-1AAE75DA7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4" y="0"/>
            <a:ext cx="12065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4696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4DBE8-A97D-CDE2-7CFB-8F0170459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CF519756-0E43-7828-C468-71DDFB0DB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4985"/>
            <a:ext cx="12192000" cy="52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60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68141-4DB2-C305-0C03-5F4695391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4C7EEF-8C4D-5B01-29BE-14642CB93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520" y="0"/>
            <a:ext cx="8456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112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1E65E0-405E-B5D8-35D7-6D1D3E683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548" y="0"/>
            <a:ext cx="7946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6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Microsoft Office PowerPoint</Application>
  <PresentationFormat>Widescreen</PresentationFormat>
  <Paragraphs>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User</dc:creator>
  <cp:lastModifiedBy>David User</cp:lastModifiedBy>
  <cp:revision>3</cp:revision>
  <dcterms:created xsi:type="dcterms:W3CDTF">2026-01-04T11:10:42Z</dcterms:created>
  <dcterms:modified xsi:type="dcterms:W3CDTF">2026-01-04T12:04:32Z</dcterms:modified>
</cp:coreProperties>
</file>